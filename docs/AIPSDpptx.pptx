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DA02-AA94-B64C-5FC6-8764462B1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69CE2-8EC7-D285-2D66-625B0BD41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841E1-6DC2-97C4-6F69-35528694C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6E74B-1121-3FAA-67DB-F2A6EF27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21B53-7A2D-BE5B-9D25-01C689F8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76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5A28-6FB3-665A-37C5-FE9B3E15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5DF5C-EF64-66E0-35F6-737B89E80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563B-A1CC-0E0B-539F-5ABF5899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84B35-4563-50D8-F057-62F5A845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186E8-4ADC-B943-31E7-E9D1583A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3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057A-BD49-C580-B84B-D0E9F17FD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981E9-AAA8-2CFB-381E-52DC64D63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3EEB-B04A-DFBA-D85B-19FF5BB3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D9A76-245A-5B1C-2305-191CB712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67D3A-EF44-2A09-9F89-464E297D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86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81DF-3207-15AD-1B41-4F9F653F9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F7FBA-362F-259D-D510-E0BF60746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AA276-651C-20AF-5E0A-7ACD222D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DF6FF-61F7-7907-9955-03097DB0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08F69-24C1-D196-38B5-87A01A4F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E3A40-5184-EB18-3968-0B1DFF424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2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7C92-18CF-005E-4AD4-6470EFBB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ECE21-6B92-DB54-6E50-6A524D2F4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1F63D-DBB9-8CD8-7636-C4480F33B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887CF-3BFE-5F4F-E296-C134778BC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CC237D-25AC-4ACA-93C5-D6A4AE5BF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08374-A9F2-6C3E-52B5-9166C20B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3BF01D-1BAC-A9B4-EF01-7A926E6E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11273-55F7-E2FF-1D24-E349842D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8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CC03-CE4A-2C13-F4E8-CB404B3D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3DAE5-94E7-1BB4-76A6-313D4885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46DC2-A1A0-4B36-D7E7-53F9FA22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12B4E-4EEF-FEE8-2C17-A790D7CA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0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88F9A-683D-0FA2-1DE7-132A9735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39F27-D8A2-C776-00EC-89886BD5F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FDF88-CC9B-648D-803B-ACC7AF90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5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14EC-5667-CEE8-F658-33D8DADDE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AEFA-327D-F65E-913F-F0F6EFC12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3EA96-117B-5CB2-6B0A-0C008BB47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BA38A-7A0B-5DA9-C570-98E09193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B99B4-CF22-0224-F69A-E1E3F6698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92F3-B4E7-859D-8E0D-53E7CC77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A335-13BA-03A7-1D57-2B2E397E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410FC-8FD5-F95F-6568-41822104F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D1B8A-9898-73A5-5892-4E0A2A584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59444-FA6A-4E35-E119-FD625C69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93CB5-4CCC-130A-6AC8-5F9CD482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455CE-D46F-39C0-C1B0-2CB3FC13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3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D488-9725-92F5-2A17-7145AA36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AC2E9-B998-6254-E2C3-411B4D73D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F27F9-FA24-5B6F-921D-61F883BB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1FDA9-5FE8-D6CC-AA53-C2421101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B393E-5705-F61C-782C-D426D806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1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6B95B-FBD2-EF43-F49A-211291C52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130EB-CE65-017E-2E8C-3EA79FBB3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3BC1B-6DEC-EB20-7741-C7F540B69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4147-8246-95DB-B746-20DB5563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7C1E9-E635-EC0B-DD8E-82DE93F4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6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14755-764B-B32C-96DF-F8D7067EA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6A408-3060-4F5B-0352-2B85C49FF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7A579-6842-65F3-0F84-1B4C70863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60656-D57C-4383-B2F6-0C364C738B0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80044-0906-FF0C-FFEE-5A484297F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8C47F-6095-C9D3-E78F-9DB8A42AB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D87AF-B98E-46B9-BCD6-CC0EA10E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3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7FAB-1814-FE84-3EDD-B2863C8F70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F123B-BAA0-CB4C-C83F-EBE776E5E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B13DD-6CE6-8E33-A0DD-9F770C3DE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53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21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B4C2-E897-4B74-E8F6-E0146F39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3736E-3A20-76E9-B16C-C53951A86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1C87C-A98E-25DC-FB84-BE048791F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3576" cy="693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10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E0F4-3788-B49F-D398-C9B6958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C91D5-8760-4BA0-5591-C4443E0FE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C2FCD-0ABA-2F5E-6835-0873E696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859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5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F35B-3542-A8DF-6366-17601C84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C12BA8-0E43-9648-BDC5-C1A704D90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254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7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F90E-E6B0-C864-67DF-1BB8FF04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F2513-4BF2-07E3-2F80-731F6B725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8D6F2-86E5-774D-F408-483A67B91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8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D155-6C08-4661-7C03-9737C0C1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8C21D-8564-4445-8DF6-6F5FC4DEF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4B0B9-4CF9-823D-4375-50C9225B8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0"/>
            <a:ext cx="1216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9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35CC-E42B-BA3D-5FB5-ED9297713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6082-D705-5F61-AF85-CB3D53C04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3EE48-3BB8-63F6-EE22-61C60960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926" cy="693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9ABD-EB03-2C12-CD38-0213FC78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129936-69F8-9EF8-2F2D-A7557BD97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88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80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B23A-13A4-8CC1-7DA4-2FD593C3B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787E6-B56B-3E11-DE7D-5B0371A25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C88C5-620B-C138-74DA-EBB1BA5C1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2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D1A52-8F2D-F188-D274-E6BC5618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239F8D-6D97-394B-15C8-E4579C60F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33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1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3EE3-DC78-BD70-5B7C-191E3849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D51B8-0630-8E8E-2F79-9D26BBF24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F1546-91AE-A1D0-7591-C9302A0C9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8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Tkebuchava</dc:creator>
  <cp:lastModifiedBy>Giorgi Tkebuchava</cp:lastModifiedBy>
  <cp:revision>1</cp:revision>
  <dcterms:created xsi:type="dcterms:W3CDTF">2026-06-14T08:18:10Z</dcterms:created>
  <dcterms:modified xsi:type="dcterms:W3CDTF">2026-06-14T08:25:49Z</dcterms:modified>
</cp:coreProperties>
</file>